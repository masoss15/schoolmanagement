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74"/>
    <p:restoredTop sz="94703"/>
  </p:normalViewPr>
  <p:slideViewPr>
    <p:cSldViewPr snapToGrid="0">
      <p:cViewPr varScale="1">
        <p:scale>
          <a:sx n="128" d="100"/>
          <a:sy n="128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62659-0C8F-7B95-E2E2-E9103014D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7459" y="635247"/>
            <a:ext cx="4637081" cy="1429985"/>
          </a:xfrm>
        </p:spPr>
        <p:txBody>
          <a:bodyPr/>
          <a:lstStyle/>
          <a:p>
            <a:r>
              <a:rPr lang="en-US" dirty="0"/>
              <a:t>WeldWatch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0D93A2-8958-CC35-97E6-6FB789317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3" y="1817612"/>
            <a:ext cx="3031578" cy="861420"/>
          </a:xfrm>
        </p:spPr>
        <p:txBody>
          <a:bodyPr/>
          <a:lstStyle/>
          <a:p>
            <a:r>
              <a:rPr lang="en-US" dirty="0"/>
              <a:t>By: Mason Saunders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C39D74-2D31-E8F7-9997-7F267B916CA1}"/>
              </a:ext>
            </a:extLst>
          </p:cNvPr>
          <p:cNvSpPr txBox="1"/>
          <p:nvPr/>
        </p:nvSpPr>
        <p:spPr>
          <a:xfrm>
            <a:off x="3639320" y="2248322"/>
            <a:ext cx="4721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 smart stock management system designed to prevent material shortages and real-time tracking alerts for welding operations</a:t>
            </a:r>
          </a:p>
        </p:txBody>
      </p:sp>
      <p:pic>
        <p:nvPicPr>
          <p:cNvPr id="1026" name="Picture 2" descr="6 tips for better inventory management">
            <a:extLst>
              <a:ext uri="{FF2B5EF4-FFF2-40B4-BE49-F238E27FC236}">
                <a16:creationId xmlns:a16="http://schemas.microsoft.com/office/drawing/2014/main" id="{D0A77047-CF9A-1F24-1F86-F7739963B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13135">
            <a:off x="8556897" y="1759113"/>
            <a:ext cx="2786369" cy="185300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ventory Management Software, Its Key Features, and Optimiz">
            <a:extLst>
              <a:ext uri="{FF2B5EF4-FFF2-40B4-BE49-F238E27FC236}">
                <a16:creationId xmlns:a16="http://schemas.microsoft.com/office/drawing/2014/main" id="{9C832DDD-F9CD-F06D-967D-4D7D147AD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276" y="4084871"/>
            <a:ext cx="4976445" cy="1850315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elding Equipment Rental | Toll Gas">
            <a:extLst>
              <a:ext uri="{FF2B5EF4-FFF2-40B4-BE49-F238E27FC236}">
                <a16:creationId xmlns:a16="http://schemas.microsoft.com/office/drawing/2014/main" id="{8301E85A-49DC-625F-5748-4D8FD492F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81038">
            <a:off x="885815" y="1803541"/>
            <a:ext cx="2388655" cy="171262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29744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19</TotalTime>
  <Words>22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 Boardroom</vt:lpstr>
      <vt:lpstr>WeldWatch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Mason Saunders</dc:creator>
  <cp:lastModifiedBy>Mason Saunders</cp:lastModifiedBy>
  <cp:revision>1</cp:revision>
  <dcterms:created xsi:type="dcterms:W3CDTF">2025-12-01T01:59:35Z</dcterms:created>
  <dcterms:modified xsi:type="dcterms:W3CDTF">2025-12-01T02:18:59Z</dcterms:modified>
</cp:coreProperties>
</file>